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JetBrains Mono"/>
      <p:bold r:id="rId8"/>
    </p:embeddedFont>
    <p:embeddedFont>
      <p:font typeface="Plus Jakarta Sans"/>
      <p:bold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62000" y="4593877"/>
            <a:ext cx="10668000" cy="6000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62000" y="1664047"/>
            <a:ext cx="2590800" cy="285750"/>
          </a:xfrm>
          <a:prstGeom prst="roundRect">
            <a:avLst>
              <a:gd name="adj" fmla="val 50000"/>
            </a:avLst>
          </a:prstGeom>
          <a:solidFill>
            <a:srgbClr val="1A2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67100" y="1664047"/>
            <a:ext cx="1419225" cy="285750"/>
          </a:xfrm>
          <a:prstGeom prst="roundRect">
            <a:avLst>
              <a:gd name="adj" fmla="val 50000"/>
            </a:avLst>
          </a:prstGeom>
          <a:solidFill>
            <a:srgbClr val="2E3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593877"/>
            <a:ext cx="10668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898677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0825" y="4898677"/>
            <a:ext cx="200025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2178397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Supermart Grocery Sales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508027"/>
            <a:ext cx="6953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Designing an interactive retail analytics solution for executive stakeholders.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1721197"/>
            <a:ext cx="2419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DATA ANALYST INTERNSHIP • TASK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1721197"/>
            <a:ext cx="12477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Dashboard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4832002"/>
            <a:ext cx="1726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PRIMARY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4993927"/>
            <a:ext cx="1726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Microsoft Power 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5150" y="4832002"/>
            <a:ext cx="2393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DATASET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5150" y="4993927"/>
            <a:ext cx="239315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Supermart Retail Analytics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474440"/>
            <a:ext cx="10972800" cy="1000125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246504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147444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1474440"/>
            <a:ext cx="47625" cy="10001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572875" y="1474440"/>
            <a:ext cx="9525" cy="10001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3627983"/>
            <a:ext cx="3505200" cy="1847850"/>
          </a:xfrm>
          <a:prstGeom prst="roundRect">
            <a:avLst>
              <a:gd name="adj" fmla="val 61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3520826"/>
            <a:ext cx="3505200" cy="2062162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7200" y="3520826"/>
            <a:ext cx="3505200" cy="2062162"/>
          </a:xfrm>
          <a:prstGeom prst="roundRect">
            <a:avLst>
              <a:gd name="adj" fmla="val 55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90420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797051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797051"/>
            <a:ext cx="419100" cy="419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125" y="4018508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9637" y="3911351"/>
            <a:ext cx="2190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725" y="3911351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Empowering Business Stakeholders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025" y="1712565"/>
            <a:ext cx="112299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"Design an interactive dashboard for business stakeholders."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025" y="2036415"/>
            <a:ext cx="11229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Transforming raw retail sales records into actionable business intelligence for strategic decision-making.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825" y="4475708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Financial Oversight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5825" y="4770983"/>
            <a:ext cx="304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Tracks overall sales revenue, profitability metrics, and order growth rates instantly.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9625" y="4368551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Segment Drill-Down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9625" y="466382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Analyzes performance across product categories, sub-categories, and regional markets.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3425" y="4368551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Self-Service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3425" y="4663826"/>
            <a:ext cx="30480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Enables custom slicing by region and category for personalized business exploration.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08845"/>
            <a:ext cx="5648325" cy="2181225"/>
          </a:xfrm>
          <a:prstGeom prst="roundRect">
            <a:avLst>
              <a:gd name="adj" fmla="val 524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86525" y="2546895"/>
            <a:ext cx="509587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86525" y="3508920"/>
            <a:ext cx="5095875" cy="809625"/>
          </a:xfrm>
          <a:prstGeom prst="roundRect">
            <a:avLst>
              <a:gd name="adj" fmla="val 141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6525" y="4470945"/>
            <a:ext cx="5095875" cy="981075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3594645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876425" y="3594645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67025" y="3594645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57625" y="3594645"/>
            <a:ext cx="12001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53025" y="3594645"/>
            <a:ext cx="5905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85825" y="4032795"/>
            <a:ext cx="6667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47825" y="4032795"/>
            <a:ext cx="7429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486025" y="4032795"/>
            <a:ext cx="104775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29025" y="4032795"/>
            <a:ext cx="666750" cy="3429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391025" y="4032795"/>
            <a:ext cx="895350" cy="3429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85825" y="4470945"/>
            <a:ext cx="742950" cy="342900"/>
          </a:xfrm>
          <a:prstGeom prst="roundRect">
            <a:avLst>
              <a:gd name="adj" fmla="val 22222"/>
            </a:avLst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86525" y="334699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86525" y="254689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86525" y="2546895"/>
            <a:ext cx="38100" cy="809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572875" y="2546895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86525" y="430902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86525" y="3508920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86525" y="3508920"/>
            <a:ext cx="38100" cy="809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1572875" y="3508920"/>
            <a:ext cx="9525" cy="809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86525" y="544249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86525" y="4470945"/>
            <a:ext cx="50958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86525" y="4470945"/>
            <a:ext cx="38100" cy="9810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1572875" y="4470945"/>
            <a:ext cx="9525" cy="9810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08883"/>
            <a:ext cx="171450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FOUNDATION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Supermart Grocery Sales Dataset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" y="120774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Selected Retail Analytics financial dataset powering the Power BI dashboard model.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525" y="3185070"/>
            <a:ext cx="6408300" cy="2190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Schema Columns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175" y="3670845"/>
            <a:ext cx="723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Order ID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9775" y="3670845"/>
            <a:ext cx="723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Customer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00375" y="3670845"/>
            <a:ext cx="723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Category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90975" y="3670845"/>
            <a:ext cx="1028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Sub Category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6375" y="3670845"/>
            <a:ext cx="4191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City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175" y="4108995"/>
            <a:ext cx="495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81175" y="410899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Region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19375" y="4108995"/>
            <a:ext cx="876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JetBrains Mono"/>
              </a:rPr>
              <a:t>Order Date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2375" y="4108995"/>
            <a:ext cx="4953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JetBrains Mono"/>
              </a:rPr>
              <a:t>Sales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4375" y="4108995"/>
            <a:ext cx="723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JetBrains Mono"/>
              </a:rPr>
              <a:t>Discount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175" y="4547145"/>
            <a:ext cx="5715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4ED8"/>
                </a:solidFill>
                <a:latin typeface="JetBrains Mono"/>
              </a:rPr>
              <a:t>Profit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15125" y="274692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Transaction Identifiers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5125" y="2985045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Order ID and Customer tracking for transactional granularity.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5125" y="3708945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Categorical Hierarchy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15125" y="3947070"/>
            <a:ext cx="54768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Multi-level product grouping by Category and Sub-Category.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15125" y="4670970"/>
            <a:ext cx="5476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Financial &amp; Geographic Measures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5125" y="4909095"/>
            <a:ext cx="4762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Sales, Profit, and Discount metrics aggregated across Region, State, and City.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03240"/>
            <a:ext cx="10972800" cy="933450"/>
          </a:xfrm>
          <a:prstGeom prst="roundRect">
            <a:avLst>
              <a:gd name="adj" fmla="val 12244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74465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1674465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1674465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1674465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98891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1674465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0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425" y="298891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0425" y="1674465"/>
            <a:ext cx="2600325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0425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91225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298891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1674465"/>
            <a:ext cx="2600325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1250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82050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298891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1674465"/>
            <a:ext cx="2600325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2075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572875" y="1674465"/>
            <a:ext cx="9525" cy="13239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636615"/>
            <a:ext cx="200025" cy="2667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CORE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781050"/>
            <a:ext cx="11582400" cy="3885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lus Jakarta Sans"/>
              </a:rPr>
              <a:t>Power BI KPI Cards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20774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High-level summary indicators designed for quick executive assessment.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4450" y="3541365"/>
            <a:ext cx="100488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E40AF"/>
                </a:solidFill>
                <a:latin typeface="Plus Jakarta Sans"/>
              </a:rPr>
              <a:t>KPI cards provide a concise summary of key business metrics, allowing decision-makers to evaluate business performance instantly without searching through raw tables.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725" y="1941165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TOTAL SALES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725" y="2207865"/>
            <a:ext cx="265509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725" y="258886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Overall gross turnover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38550" y="1941165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TOTAL PROFIT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8550" y="2207865"/>
            <a:ext cx="265509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Earnings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8550" y="258886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A34A"/>
                </a:solidFill>
                <a:latin typeface="Plus Jakarta Sans"/>
              </a:rPr>
              <a:t>Net business profitability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9375" y="1941165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TOTAL ORDERS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9375" y="2207865"/>
            <a:ext cx="265509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Volume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9375" y="258886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Transaction frequency count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0200" y="1941165"/>
            <a:ext cx="2655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SALES GROWTH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0200" y="2207865"/>
            <a:ext cx="2655093" cy="304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% Growth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0200" y="2588865"/>
            <a:ext cx="2655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5CF6"/>
                </a:solidFill>
                <a:latin typeface="Plus Jakarta Sans"/>
              </a:rPr>
              <a:t>Period-over-period trend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45944" y="2173485"/>
            <a:ext cx="4736455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45944" y="3116460"/>
            <a:ext cx="4736455" cy="809625"/>
          </a:xfrm>
          <a:prstGeom prst="roundRect">
            <a:avLst>
              <a:gd name="adj" fmla="val 11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4059435"/>
            <a:ext cx="4736455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4850010"/>
            <a:ext cx="4736455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40110"/>
            <a:ext cx="5931544" cy="400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47891" y="7566536"/>
            <a:ext cx="5683894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869" y="235446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69" y="3297435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869" y="4240410"/>
            <a:ext cx="1714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869" y="5030985"/>
            <a:ext cx="15240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953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VISUAL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239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Power BI Dashboard Layout &amp; Interactivity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2669" y="2335410"/>
            <a:ext cx="48793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Sales Trend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2669" y="2516385"/>
            <a:ext cx="420305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Line chart analyzing time-series sales growth across months and quarters.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3619" y="3278385"/>
            <a:ext cx="48983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Sales by Category &amp;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3619" y="3459360"/>
            <a:ext cx="422210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Column charts comparing product category revenue and regional performance.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2669" y="4221360"/>
            <a:ext cx="487933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Interactive Slicers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2669" y="4402335"/>
            <a:ext cx="487933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Category and Region slicers enable dynamic, real-time visual filtering.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3619" y="5011935"/>
            <a:ext cx="48983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Executive KPI 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93619" y="5192910"/>
            <a:ext cx="47267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Top-level summary blocks displaying instant aggregated figures.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4A9EFF-DDB1-B516-B649-C0381C9466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840110"/>
            <a:ext cx="5931544" cy="4000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280070"/>
            <a:ext cx="4918323" cy="5120729"/>
          </a:xfrm>
          <a:prstGeom prst="roundRect">
            <a:avLst>
              <a:gd name="adj" fmla="val 232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94623" y="1280070"/>
            <a:ext cx="5787776" cy="5120729"/>
          </a:xfrm>
          <a:prstGeom prst="roundRect">
            <a:avLst>
              <a:gd name="adj" fmla="val 223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42008"/>
            <a:ext cx="161925" cy="1619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223" y="1532483"/>
            <a:ext cx="161925" cy="1619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504729"/>
            <a:ext cx="104775" cy="123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805660"/>
            <a:ext cx="104775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106590"/>
            <a:ext cx="104775" cy="123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407521"/>
            <a:ext cx="104775" cy="123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5708451"/>
            <a:ext cx="1047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6009382"/>
            <a:ext cx="10477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PROJECT WRAP-UP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Learning Outcomes &amp; Interview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1518195"/>
            <a:ext cx="5580189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Key Learning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1348" y="1508670"/>
            <a:ext cx="5930651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lus Jakarta Sans"/>
              </a:rPr>
              <a:t>Task 4 Interview Questions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4471392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 dirty="0">
                <a:solidFill>
                  <a:srgbClr val="334155"/>
                </a:solidFill>
                <a:latin typeface="Plus Jakarta Sans"/>
              </a:rPr>
              <a:t>Interactive Dashboard:</a:t>
            </a:r>
            <a:r>
              <a:rPr sz="1050" b="0" i="0" u="none" dirty="0">
                <a:solidFill>
                  <a:srgbClr val="334155"/>
                </a:solidFill>
                <a:latin typeface="Plus Jakarta Sans"/>
              </a:rPr>
              <a:t> Built end-to-end Power BI report.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" y="4772322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 dirty="0">
                <a:solidFill>
                  <a:srgbClr val="334155"/>
                </a:solidFill>
                <a:latin typeface="Plus Jakarta Sans"/>
              </a:rPr>
              <a:t>KPI Cards:</a:t>
            </a:r>
            <a:r>
              <a:rPr sz="1050" b="0" i="0" u="none" dirty="0">
                <a:solidFill>
                  <a:srgbClr val="334155"/>
                </a:solidFill>
                <a:latin typeface="Plus Jakarta Sans"/>
              </a:rPr>
              <a:t> Summarized Sales, Profit, Orders, &amp; Growth.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" y="5073253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Dynamic Slicers: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Applied Category &amp; Region filtering.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" y="5374183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Trend Analysis: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Utilized line charts for time-series.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" y="5675114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Column Charts: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Evaluated comparative category sales.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" y="5976044"/>
            <a:ext cx="5371616" cy="1866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Professional Design: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Maintained clean visual layout.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23223" y="4474517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1. Key Elements: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KPI Cards, Charts (Line/Column), Slicers, Titles.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3223" y="4730650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2. What is a KPI?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Key Performance Indicator measuring strategic metrics.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23223" y="4986783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3. What are Slicers?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Visual filters allowing users to slice dataset views.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23223" y="5242917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4. Power BI vs Tableau: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Power BI integrates deeply with Microsoft/DAX.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3223" y="5499050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5. Making Interactive: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Use cross-filtering, slicers, and drill-throughs.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23223" y="5755183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6. Large Datasets: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Optimize Star Schema, DAX, &amp; DirectQuery/Aggregations.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3223" y="6011316"/>
            <a:ext cx="6168776" cy="1608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67"/>
              </a:lnSpc>
            </a:pPr>
            <a:r>
              <a:rPr sz="975" b="1" i="0" u="none">
                <a:solidFill>
                  <a:srgbClr val="FFFFFF"/>
                </a:solidFill>
                <a:latin typeface="Plus Jakarta Sans"/>
              </a:rPr>
              <a:t>7. Trend Charts: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Line charts and Area charts for temporal patterns.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480</Words>
  <Application>Microsoft Office PowerPoint</Application>
  <PresentationFormat>Widescreen</PresentationFormat>
  <Paragraphs>82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Plus Jakarta Sans</vt:lpstr>
      <vt:lpstr>JetBrains Mono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</dc:creator>
  <cp:keywords/>
  <dc:description>generated using python-pptx</dc:description>
  <cp:lastModifiedBy>aleti vignesh</cp:lastModifiedBy>
  <cp:revision>2</cp:revision>
  <dcterms:created xsi:type="dcterms:W3CDTF">2013-01-27T09:14:16Z</dcterms:created>
  <dcterms:modified xsi:type="dcterms:W3CDTF">2026-10-06T15:35:11Z</dcterms:modified>
  <cp:category/>
</cp:coreProperties>
</file>